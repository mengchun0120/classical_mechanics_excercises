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50CEB-425E-46F3-BADE-20A8ADD08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CAFB3B-8F06-465B-8A67-54B33C7D7B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F205D-D424-420D-9E10-73753D066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84F3-B908-4572-8B0F-4C0EAEA7A2D1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8EFFC-F2CA-4524-B0AC-0F2B20192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A5F8D-2A0C-4A02-BCE6-405C69F56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C945-3CB7-4835-980C-048FB52E8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712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2242B-FC6F-4988-8914-9C413368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440A1-CA00-442C-87A2-055B22AFC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33689-A77D-463B-B07B-FB7EA0081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84F3-B908-4572-8B0F-4C0EAEA7A2D1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34C3B-D8C4-4A2F-A32F-8A91C8A46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CEA5C-F446-49CC-9C2A-BCB0A96D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C945-3CB7-4835-980C-048FB52E8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43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7B32F-DC1B-4AC2-BDB4-BF45EEBC3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AADED-5CE1-4EBE-B04A-4848817C3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2F81A-E013-4DD6-A069-F98D0180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84F3-B908-4572-8B0F-4C0EAEA7A2D1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1A2A2-E85F-4DA0-A0F4-9EA34659E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54899-D29B-4FDA-808C-A8DB18454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C945-3CB7-4835-980C-048FB52E8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823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8E56E-D84F-4EE8-A469-417B86844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A3D9-D056-49DD-A4D9-CC5FDA5057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0004F0-726C-4819-96A4-24BBAF140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8D998-815B-4AB9-A36A-04BBA6125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84F3-B908-4572-8B0F-4C0EAEA7A2D1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8497F-E74D-4CE5-B3F9-EFE32D4C2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D6850-DD58-4751-BCE3-581F16970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C945-3CB7-4835-980C-048FB52E8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747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2CDBE-2DEF-40A0-B9EE-EC48DC21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340D0-0B65-4C9B-8489-593DD099C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EE19D-5E83-49AC-9EB0-62A9C9EAA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8E133-31E1-40A0-9C3F-348988FF26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741320-3C4D-4C51-A2C4-4C9F52C1E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328675-7B33-461D-A184-2AFDC435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84F3-B908-4572-8B0F-4C0EAEA7A2D1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2913EF-5508-4203-9301-56CEBB31C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16599-9176-471B-9A2E-448D80D15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C945-3CB7-4835-980C-048FB52E8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BEC98-7979-401E-941A-8595F1752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A9D830-0A29-4E8F-80A9-B846DAEF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84F3-B908-4572-8B0F-4C0EAEA7A2D1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62F53-3993-40A4-ACEC-0A9920E86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68052-7667-4262-A4C9-44F097C78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C945-3CB7-4835-980C-048FB52E8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24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A65B06-04E4-4112-9832-F6D8FE56D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84F3-B908-4572-8B0F-4C0EAEA7A2D1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D1A35C-4B25-4F62-BA4F-F8BC61D40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656A8-DDCB-4721-92C1-BA45DE76D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C945-3CB7-4835-980C-048FB52E8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30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655C2-2778-42C0-90DF-D5F4F546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DDAD1-0EE6-412E-B8D6-9F84BB9E2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7D171A-7036-4CC0-AE01-E89FCCF5F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2DC00-FA39-4E56-B5FD-41A7C1D8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84F3-B908-4572-8B0F-4C0EAEA7A2D1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58B32-8D95-4B68-8A06-843E3CF4A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928D9B-1D43-4278-B161-ABA299095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C945-3CB7-4835-980C-048FB52E8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71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A578B-F4FD-4E24-8744-67D52D9A1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48A824-9E58-4605-8237-03B1BCDD3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B6BC9D-2D1A-4908-BAD3-CC5824C9E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979E4-2B4E-4B96-BCB3-920805350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84F3-B908-4572-8B0F-4C0EAEA7A2D1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08038-5391-4E43-8DD7-6D1EE4CC0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A21A10-CC7F-4EDC-87F1-B75416E7A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C945-3CB7-4835-980C-048FB52E8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338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968E-82C2-4B24-965F-4FF731918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FC572-AB3B-41B1-9BCA-B5A5B5D40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FEA09-092F-4C62-A3B1-F6EDC1EA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84F3-B908-4572-8B0F-4C0EAEA7A2D1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2EE05-DDAD-4B4D-AFAB-94104466E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09CD6-DDC6-48E9-AB36-93A9CA623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C945-3CB7-4835-980C-048FB52E8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97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DD6B9E-D2DD-4331-8209-8501E3D8B8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43F3DE-DA2C-4691-90A7-069E21A347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9CC6D-E792-403F-BD87-1006EE9F3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84F3-B908-4572-8B0F-4C0EAEA7A2D1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57484-4A76-487C-B23D-0DEF54119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7896C-E7BD-41CB-8E46-3E116FE05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C945-3CB7-4835-980C-048FB52E8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2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5CC13-9618-4A98-B3FD-C245E9BCC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A23E2-6EA0-4A5A-BB97-DAB6B565C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87FC8-5B5C-469D-AA51-187D9F06E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2184F3-B908-4572-8B0F-4C0EAEA7A2D1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FEF2C-41BC-4474-AC10-8AE7A37AC5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CF858-0701-489D-97D5-553C676EB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8C945-3CB7-4835-980C-048FB52E8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818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6AAF4CE-932D-4760-BA46-50D5B15A756E}"/>
              </a:ext>
            </a:extLst>
          </p:cNvPr>
          <p:cNvGrpSpPr/>
          <p:nvPr/>
        </p:nvGrpSpPr>
        <p:grpSpPr>
          <a:xfrm>
            <a:off x="1621411" y="2030270"/>
            <a:ext cx="5961804" cy="2494594"/>
            <a:chOff x="1621411" y="2030270"/>
            <a:chExt cx="5961804" cy="249459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3418DC7-EC2A-409D-85B4-C16BD7782E5A}"/>
                </a:ext>
              </a:extLst>
            </p:cNvPr>
            <p:cNvGrpSpPr/>
            <p:nvPr/>
          </p:nvGrpSpPr>
          <p:grpSpPr>
            <a:xfrm>
              <a:off x="1621411" y="2030270"/>
              <a:ext cx="5961804" cy="2455020"/>
              <a:chOff x="1621411" y="2030270"/>
              <a:chExt cx="5961804" cy="2455020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4A966F2-A57F-4910-8050-7B089808B8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21411" y="4246273"/>
                <a:ext cx="5875432" cy="14"/>
              </a:xfrm>
              <a:prstGeom prst="line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9DBB428-4D09-47F8-9B1D-EA69B10E914B}"/>
                  </a:ext>
                </a:extLst>
              </p:cNvPr>
              <p:cNvSpPr txBox="1"/>
              <p:nvPr/>
            </p:nvSpPr>
            <p:spPr>
              <a:xfrm>
                <a:off x="3235221" y="3082384"/>
                <a:ext cx="216182" cy="2786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525D642-BA5B-4DF3-B522-59A36AAE57AD}"/>
                  </a:ext>
                </a:extLst>
              </p:cNvPr>
              <p:cNvSpPr txBox="1"/>
              <p:nvPr/>
            </p:nvSpPr>
            <p:spPr>
              <a:xfrm>
                <a:off x="5325503" y="3082377"/>
                <a:ext cx="216182" cy="2786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B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EDE43D6-2754-4E40-BE37-7BCC8168E517}"/>
                  </a:ext>
                </a:extLst>
              </p:cNvPr>
              <p:cNvSpPr txBox="1"/>
              <p:nvPr/>
            </p:nvSpPr>
            <p:spPr>
              <a:xfrm>
                <a:off x="3155362" y="4204422"/>
                <a:ext cx="229270" cy="2786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AEAE49D-1A0B-4E8F-AB23-AC2F3839D22E}"/>
                  </a:ext>
                </a:extLst>
              </p:cNvPr>
              <p:cNvSpPr txBox="1"/>
              <p:nvPr/>
            </p:nvSpPr>
            <p:spPr>
              <a:xfrm>
                <a:off x="7389939" y="4199383"/>
                <a:ext cx="193276" cy="2786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611DF71-3631-4898-8D34-E9894CF43695}"/>
                  </a:ext>
                </a:extLst>
              </p:cNvPr>
              <p:cNvSpPr txBox="1"/>
              <p:nvPr/>
            </p:nvSpPr>
            <p:spPr>
              <a:xfrm>
                <a:off x="3020632" y="2030270"/>
                <a:ext cx="170748" cy="2786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z</a:t>
                </a: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6588985-E3B4-470C-AD55-6D9F92E645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32519" y="3380997"/>
                <a:ext cx="5557420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340C320-4A74-4E79-8857-F3225F667CAA}"/>
                  </a:ext>
                </a:extLst>
              </p:cNvPr>
              <p:cNvSpPr/>
              <p:nvPr/>
            </p:nvSpPr>
            <p:spPr>
              <a:xfrm>
                <a:off x="3263453" y="3375813"/>
                <a:ext cx="2187250" cy="87046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3F95FD80-912C-4E72-9645-D4B8452E3A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63453" y="2134292"/>
                <a:ext cx="0" cy="124670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E606017C-A9A5-4FE3-9744-F8BE017BEAB7}"/>
                  </a:ext>
                </a:extLst>
              </p:cNvPr>
              <p:cNvSpPr/>
              <p:nvPr/>
            </p:nvSpPr>
            <p:spPr>
              <a:xfrm>
                <a:off x="1942123" y="2240957"/>
                <a:ext cx="2360435" cy="2005316"/>
              </a:xfrm>
              <a:custGeom>
                <a:avLst/>
                <a:gdLst>
                  <a:gd name="connsiteX0" fmla="*/ 0 w 3469063"/>
                  <a:gd name="connsiteY0" fmla="*/ 2677212 h 2677212"/>
                  <a:gd name="connsiteX1" fmla="*/ 961534 w 3469063"/>
                  <a:gd name="connsiteY1" fmla="*/ 1489435 h 2677212"/>
                  <a:gd name="connsiteX2" fmla="*/ 2677212 w 3469063"/>
                  <a:gd name="connsiteY2" fmla="*/ 263951 h 2677212"/>
                  <a:gd name="connsiteX3" fmla="*/ 3469063 w 3469063"/>
                  <a:gd name="connsiteY3" fmla="*/ 0 h 2677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69063" h="2677212">
                    <a:moveTo>
                      <a:pt x="0" y="2677212"/>
                    </a:moveTo>
                    <a:cubicBezTo>
                      <a:pt x="257666" y="2284428"/>
                      <a:pt x="515332" y="1891645"/>
                      <a:pt x="961534" y="1489435"/>
                    </a:cubicBezTo>
                    <a:cubicBezTo>
                      <a:pt x="1407736" y="1087225"/>
                      <a:pt x="2259291" y="512190"/>
                      <a:pt x="2677212" y="263951"/>
                    </a:cubicBezTo>
                    <a:cubicBezTo>
                      <a:pt x="3095133" y="15712"/>
                      <a:pt x="3346515" y="42421"/>
                      <a:pt x="3469063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DBC6F6F3-47AA-421B-960B-C812BBA7AE94}"/>
                  </a:ext>
                </a:extLst>
              </p:cNvPr>
              <p:cNvSpPr/>
              <p:nvPr/>
            </p:nvSpPr>
            <p:spPr>
              <a:xfrm flipH="1">
                <a:off x="4277969" y="2240957"/>
                <a:ext cx="2470039" cy="2005316"/>
              </a:xfrm>
              <a:custGeom>
                <a:avLst/>
                <a:gdLst>
                  <a:gd name="connsiteX0" fmla="*/ 0 w 3469063"/>
                  <a:gd name="connsiteY0" fmla="*/ 2677212 h 2677212"/>
                  <a:gd name="connsiteX1" fmla="*/ 961534 w 3469063"/>
                  <a:gd name="connsiteY1" fmla="*/ 1489435 h 2677212"/>
                  <a:gd name="connsiteX2" fmla="*/ 2677212 w 3469063"/>
                  <a:gd name="connsiteY2" fmla="*/ 263951 h 2677212"/>
                  <a:gd name="connsiteX3" fmla="*/ 3469063 w 3469063"/>
                  <a:gd name="connsiteY3" fmla="*/ 0 h 2677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69063" h="2677212">
                    <a:moveTo>
                      <a:pt x="0" y="2677212"/>
                    </a:moveTo>
                    <a:cubicBezTo>
                      <a:pt x="257666" y="2284428"/>
                      <a:pt x="515332" y="1891645"/>
                      <a:pt x="961534" y="1489435"/>
                    </a:cubicBezTo>
                    <a:cubicBezTo>
                      <a:pt x="1407736" y="1087225"/>
                      <a:pt x="2259291" y="512190"/>
                      <a:pt x="2677212" y="263951"/>
                    </a:cubicBezTo>
                    <a:cubicBezTo>
                      <a:pt x="3095133" y="15712"/>
                      <a:pt x="3346515" y="42421"/>
                      <a:pt x="3469063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F041990-9598-4535-B9FD-0F84B1CC6BAE}"/>
                  </a:ext>
                </a:extLst>
              </p:cNvPr>
              <p:cNvSpPr txBox="1"/>
              <p:nvPr/>
            </p:nvSpPr>
            <p:spPr>
              <a:xfrm>
                <a:off x="1832519" y="4206685"/>
                <a:ext cx="206365" cy="2786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E80FF18-E5EF-41A2-AE16-157D4BDADC35}"/>
                  </a:ext>
                </a:extLst>
              </p:cNvPr>
              <p:cNvSpPr txBox="1"/>
              <p:nvPr/>
            </p:nvSpPr>
            <p:spPr>
              <a:xfrm>
                <a:off x="2318122" y="3080488"/>
                <a:ext cx="231452" cy="2786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Q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D7F5C69-639F-4A27-B2C7-A0971592C6D3}"/>
                  </a:ext>
                </a:extLst>
              </p:cNvPr>
              <p:cNvSpPr txBox="1"/>
              <p:nvPr/>
            </p:nvSpPr>
            <p:spPr>
              <a:xfrm>
                <a:off x="6002328" y="3093332"/>
                <a:ext cx="210727" cy="2786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</a:t>
                </a: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528FCCCA-0841-4F15-9F02-89F2A7A9C512}"/>
                  </a:ext>
                </a:extLst>
              </p:cNvPr>
              <p:cNvCxnSpPr/>
              <p:nvPr/>
            </p:nvCxnSpPr>
            <p:spPr>
              <a:xfrm flipV="1">
                <a:off x="2577131" y="2888067"/>
                <a:ext cx="410511" cy="4929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Arc 60">
                <a:extLst>
                  <a:ext uri="{FF2B5EF4-FFF2-40B4-BE49-F238E27FC236}">
                    <a16:creationId xmlns:a16="http://schemas.microsoft.com/office/drawing/2014/main" id="{AD59A61D-AF42-41A7-847F-23E772F77E9F}"/>
                  </a:ext>
                </a:extLst>
              </p:cNvPr>
              <p:cNvSpPr/>
              <p:nvPr/>
            </p:nvSpPr>
            <p:spPr>
              <a:xfrm>
                <a:off x="2584054" y="3260403"/>
                <a:ext cx="201716" cy="257172"/>
              </a:xfrm>
              <a:prstGeom prst="arc">
                <a:avLst>
                  <a:gd name="adj1" fmla="val 16006722"/>
                  <a:gd name="adj2" fmla="val 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0C746B53-BDCC-4F38-A593-A4C5A10E4FF1}"/>
                      </a:ext>
                    </a:extLst>
                  </p:cNvPr>
                  <p:cNvSpPr txBox="1"/>
                  <p:nvPr/>
                </p:nvSpPr>
                <p:spPr>
                  <a:xfrm>
                    <a:off x="2821801" y="3124854"/>
                    <a:ext cx="138521" cy="20895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0C746B53-BDCC-4F38-A593-A4C5A10E4F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1801" y="3124854"/>
                    <a:ext cx="138521" cy="20895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60870" r="-65217" b="-411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ED8CBBF6-3DBC-4005-81B6-63AC47A4B485}"/>
                      </a:ext>
                    </a:extLst>
                  </p:cNvPr>
                  <p:cNvSpPr txBox="1"/>
                  <p:nvPr/>
                </p:nvSpPr>
                <p:spPr>
                  <a:xfrm>
                    <a:off x="2686221" y="2706609"/>
                    <a:ext cx="199209" cy="20895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ED8CBBF6-3DBC-4005-81B6-63AC47A4B4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86221" y="2706609"/>
                    <a:ext cx="199209" cy="2089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1250" r="-46875" b="-529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9FA4E9CB-EA9C-46CF-825D-47F12CF910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50290" y="3666424"/>
                <a:ext cx="311305" cy="5889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D509BAB2-2B10-4D68-AB8C-06907FA8737D}"/>
                      </a:ext>
                    </a:extLst>
                  </p:cNvPr>
                  <p:cNvSpPr txBox="1"/>
                  <p:nvPr/>
                </p:nvSpPr>
                <p:spPr>
                  <a:xfrm>
                    <a:off x="1933069" y="3561947"/>
                    <a:ext cx="29809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D509BAB2-2B10-4D68-AB8C-06907FA873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33069" y="3561947"/>
                    <a:ext cx="298095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2245" r="-8163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Arc 26">
                <a:extLst>
                  <a:ext uri="{FF2B5EF4-FFF2-40B4-BE49-F238E27FC236}">
                    <a16:creationId xmlns:a16="http://schemas.microsoft.com/office/drawing/2014/main" id="{51E35735-5D61-4AFE-80C1-834349CADA6E}"/>
                  </a:ext>
                </a:extLst>
              </p:cNvPr>
              <p:cNvSpPr/>
              <p:nvPr/>
            </p:nvSpPr>
            <p:spPr>
              <a:xfrm>
                <a:off x="1954939" y="4081513"/>
                <a:ext cx="201716" cy="257172"/>
              </a:xfrm>
              <a:prstGeom prst="arc">
                <a:avLst>
                  <a:gd name="adj1" fmla="val 16006722"/>
                  <a:gd name="adj2" fmla="val 124167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383463D6-832C-452B-A7EC-CE6E9E7856E0}"/>
                      </a:ext>
                    </a:extLst>
                  </p:cNvPr>
                  <p:cNvSpPr txBox="1"/>
                  <p:nvPr/>
                </p:nvSpPr>
                <p:spPr>
                  <a:xfrm>
                    <a:off x="2082116" y="3943423"/>
                    <a:ext cx="319441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383463D6-832C-452B-A7EC-CE6E9E7856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82116" y="3943423"/>
                    <a:ext cx="319441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BAAF91F-AB8E-4FFA-99BA-58B1C8B1EF90}"/>
                    </a:ext>
                  </a:extLst>
                </p:cNvPr>
                <p:cNvSpPr txBox="1"/>
                <p:nvPr/>
              </p:nvSpPr>
              <p:spPr>
                <a:xfrm>
                  <a:off x="3007917" y="3690683"/>
                  <a:ext cx="18511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BAAF91F-AB8E-4FFA-99BA-58B1C8B1EF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7917" y="3690683"/>
                  <a:ext cx="185115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2258" r="-25806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228EFD9-7E80-4663-BE46-CBA5FBB76AE5}"/>
                    </a:ext>
                  </a:extLst>
                </p:cNvPr>
                <p:cNvSpPr txBox="1"/>
                <p:nvPr/>
              </p:nvSpPr>
              <p:spPr>
                <a:xfrm>
                  <a:off x="4252985" y="4247865"/>
                  <a:ext cx="18678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228EFD9-7E80-4663-BE46-CBA5FBB76A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2985" y="4247865"/>
                  <a:ext cx="186782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0000" r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8551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14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Meng Chun</dc:creator>
  <cp:lastModifiedBy>Meng Chun</cp:lastModifiedBy>
  <cp:revision>10</cp:revision>
  <dcterms:created xsi:type="dcterms:W3CDTF">2021-04-15T00:59:25Z</dcterms:created>
  <dcterms:modified xsi:type="dcterms:W3CDTF">2021-04-27T10:31:54Z</dcterms:modified>
</cp:coreProperties>
</file>